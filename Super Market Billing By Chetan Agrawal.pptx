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5B63-2B5F-B190-DA18-B13ED8FEC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41F51-866D-6D41-4C63-A4988D26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8B821-0555-9E24-C046-AB500077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6D44-5F45-2E92-61BB-6B3E03B5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A3660-CFAC-F6D4-9A3D-4D57E9E1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31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ADFE-B31E-2DBC-CBBD-C7990127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A5F11-5B97-D493-9938-CD19DF82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E941D-9E75-E1C5-E36A-8CD1189C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5A96-20AE-C793-D411-D9EF0FC2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6174E-7E5F-33A8-1A34-2E17D5C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52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7742-5A5E-974B-6128-A4ACF511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40EAD-0648-68CF-38C6-F8CD5EB84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78103-AEA7-78D8-34C2-40D3C375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EC8B-B817-0F7E-6C34-B6A7C611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C668F-483A-A2DF-BE48-DE2C54C1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9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7E1B-C5FB-C9BC-48B9-5E52EE7F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A39D4-A5E6-B66A-4E18-5ABB29140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3411B-13E1-766D-D339-DF6F77451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E0256-2BD4-6DC2-D9A7-AB8C504D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0C55D-E2F0-1FCE-7F2B-91669D2A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C13F8-E3EE-286F-FEC9-5FAF063E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1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07A-738B-A580-7907-5A543CA7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C8513-662B-A7A2-168B-585266268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7D02E-AFC2-CEAA-9BD4-8E621D75B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4C4EC-928F-EEE8-828E-415CE8027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013B5-9ABB-7052-5323-7FFA47CF0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8ADAC-58B1-6AE5-FF20-979EC619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79C4A0-8033-C956-797F-9FC7933E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95913-980F-03DA-A4A2-F59DA8B5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09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79E6-2D19-B11E-677B-29308947D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16D99-BEF8-E1A5-3E30-0BB84D3C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049EC-CD8B-0526-9896-57CE6FA0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8189-2C78-D843-1E5E-97AEEE07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62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5DEF0-135E-5ED3-F569-75715E9D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0290A-5A06-AFDD-F444-DBDDE546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26460-2584-1D88-7B43-C0950C9C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053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E4F7-C0C5-CC40-4BD5-DDAD4CBB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134E1-9919-036C-3190-93C346BE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90911-01FB-A0ED-0677-56ED9177C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98B98-36A0-443D-90BD-ECA6BEA8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59F39-FE87-C09B-6E2B-3443BCD1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6D7F3-A3AC-D1BB-7614-00DC5CF7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1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BF2E-FD6E-CE06-07DA-1ACFB4BD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29D554-7974-CB90-0A26-172BB95330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7E3B8-3D80-AAE6-3175-EC8FFDA0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244B9-101B-EA0E-1D4A-C9514C0D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6BDA1-C7F6-D4F7-2CA9-08EEE688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A143-7D8C-C86C-C52D-2DA6342F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65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DEF1-D2D1-45A7-FBC9-0D56DF233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ED6D5-8A07-5F18-EAA8-8115E5526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0564C-0A9D-8D41-A986-AADD2C44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472DB-0E59-62B8-A5B9-EF4E7CFC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E35D8-F01F-BE48-D507-43917DFD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80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7D703-B0DE-655B-8779-4D46357C2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0B3F1-46F6-115D-AE13-0BFCB2B04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2BAF3-AC54-FA06-60F4-78AE4EE90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A56D2-68F1-5286-2F9E-A586D3BE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90E8E-5BF8-B7A5-870F-971DC9BD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16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18B0D-E54B-B387-7149-47576A47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F898C-557A-5194-10A1-12A7BCD0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84E1-FC6F-CBD6-6BE3-C2E062072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31C03-FFD1-4A1E-BC36-67B0FEDB872E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09589-D619-8C2E-8601-C4764DE81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55E3-890A-A5E1-2A7F-2084CFA1B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7B418-6DC2-491C-B078-427E2FA2AC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7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EDB69F-E082-409C-80E7-FABA774A8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63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CE46-72FB-5693-193E-ACF7AC2D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764D4-76EB-A0FE-51A6-9215742FD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3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14CC-BFC7-1E82-F30A-E1490005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22982-8A3A-CB6E-99BC-74A0CC491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5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1955-EE62-B05E-FA1A-5283968B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64801-3DE1-46CB-ADB1-86E5AEBE1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6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80E6-F8E8-DC0D-60E5-A1EEC56C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AD057B-4523-76E8-2F35-51E7D8770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2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AGRAWAL</dc:creator>
  <cp:lastModifiedBy>CHETAN AGRAWAL</cp:lastModifiedBy>
  <cp:revision>1</cp:revision>
  <dcterms:created xsi:type="dcterms:W3CDTF">2026-10-12T10:46:12Z</dcterms:created>
  <dcterms:modified xsi:type="dcterms:W3CDTF">2026-10-12T10:46:54Z</dcterms:modified>
</cp:coreProperties>
</file>